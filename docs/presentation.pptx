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F444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|Sentiment| 0.40</c:v>
                </c:pt>
                <c:pt idx="1">
                  <c:v>Event weight 0.35</c:v>
                </c:pt>
                <c:pt idx="2">
                  <c:v>Severity keywords 0.25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Dynamic (SentinelRisk)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Total return (%)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Equal-weight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Total return (%)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SentinelRisk is a real-time AI/NLP financial risk engine. It ingests unstructured text, scores sentiment and impact, and tactically rebalances an index to improve risk-adjusted returns. Headline numbers: 7.69% vs 6.50% equal-weight, Sharpe 2.16, max drawdown -8.69%.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Markets react instantly to unstructured text. SentinelRisk quantifies that impact and tilts index weights tactically, avoiding drawdowns from negative sentiment while keeping upside.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Modular pipeline: ingest news and tweets into a common schema, extract entities, score sentiment with FinBERT, classify events, aggregate to a 1-10 impact score, drive Module A's rebalancing, and visualise in Streamlit.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FinBERT for sentiment, hybrid rules plus zero-shot DeBERTa for events. Impact score = 10 x (0.4*|sentiment| + 0.35*event weight + 0.25*severity keywords), rounded and clipped.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A tilts a base equal-weight portfolio using an EWMA of sentiment, an exponential tilt, and iterative water-filling to enforce 2 to 15 percent bounds. Weights from T-1 signals apply to T returns. Transaction costs of 5 bps are charged.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Replay-window backtest, strict chronological separation (T-1 signals on T returns), 5 bps costs. Dynamic: 7.69% vs 6.50% equal-weight, Sharpe 2.16, vol 14.69%, max drawdown -8.69%, average turnover 1.37%.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solved with batching; entity ambiguity with multi-ticker matching and MARKET fallback; noise with the hybrid classifier; reliability with graceful offline fallbacks; look-ahead bias with strict chronological backtesting.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Module B stress testing, GDELT for macro news, Kafka streaming, fine-tuned FinBERT, and convex optimisation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SentinelRisk converts unstructured text into disciplined, cost-aware, bounded portfolio tilts with strict no-look-ahead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4114800" cy="365760"/>
          </a:xfrm>
          <a:prstGeom prst="rect">
            <a:avLst/>
          </a:prstGeom>
          <a:solidFill>
            <a:srgbClr val="1E3C96"/>
          </a:solidFill>
          <a:ln>
            <a:solidFill>
              <a:srgbClr val="1E3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S&amp;P GLOBAL &amp; CRISIL CAMPUS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AI/NLP Financial Risk Engine &amp;</a:t>
            </a:r>
            <a:br/>
          </a:p>
          <a:p>
            <a:pPr>
              <a:defRPr b="1" sz="2800">
                <a:solidFill>
                  <a:srgbClr val="00C8C8"/>
                </a:solidFill>
              </a:defRPr>
            </a:pPr>
            <a:r>
              <a:t>Tactical Index Rebalancing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4B4B4"/>
                </a:solidFill>
              </a:defRPr>
            </a:pPr>
            <a:r>
              <a:t>Module A: Tactical High-Frequency Stock Index Rebalancer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4114800" cy="2286000"/>
          </a:xfrm>
          <a:prstGeom prst="rect">
            <a:avLst/>
          </a:prstGeom>
          <a:noFill/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00C8C8"/>
                </a:solidFill>
              </a:defRPr>
            </a:pPr>
            <a:r>
              <a:t>CANDIDATE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Candidate Name: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2918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PRADEEP MODAK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College Email ID: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657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2023ugcm026@nitjsr.ac.in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College / Campus: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233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NIT JAMSHEDPUR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Track / Module: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3891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864"/>
                </a:solidFill>
              </a:defRPr>
            </a:pPr>
            <a:r>
              <a:t>MODULE A (Tactical Index Rebalancing)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743200"/>
            <a:ext cx="3931920" cy="2286000"/>
          </a:xfrm>
          <a:prstGeom prst="rect">
            <a:avLst/>
          </a:prstGeom>
          <a:noFill/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8346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00C8C8"/>
                </a:solidFill>
              </a:defRPr>
            </a:pPr>
            <a:r>
              <a:t>SYSTEM HIGHLIGHTS AT A GLANCE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918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FinBERT NLP: P(pos) - P(neg) Sentiment Scoring [-1.0 to +1.0]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65760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Hybrid 6-Category Financial Event Taxonomy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0233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- 15-Ticker S&amp;P 100 Live Entity Extraction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38912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Autonomous Rebalancing with Water-Filling Risk Bounds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 move on text. We score it instantly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react in seconds to unstructured text: news headlines and social media. Static index weights can't.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9" name="Shape 6"/>
          <p:cNvSpPr/>
          <p:nvPr/>
        </p:nvSpPr>
        <p:spPr>
          <a:xfrm>
            <a:off x="356616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17099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 quantifies textual impact in real time and tactically tilts index weights.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7099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Edge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exposure to negative-sentiment drawdowns while still capturing upside.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Sources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" y="201168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NewsAPI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Stock Tweets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or replay)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3852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4884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2199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Ingestion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58568" y="201168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4028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to one common schema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8444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9476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86791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NLP pipeline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04488" y="201168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8620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(15 tickers)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FinBERT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 classifier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3036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4068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544068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51383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Impact scorer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550408" y="201168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3212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JSONL output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7628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8660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5975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Module 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196328" y="2011680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804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→ exp tilt → water-fill rebalancer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3749040"/>
            <a:ext cx="8046720" cy="68580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04488"/>
            <a:ext cx="365760" cy="36576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Dashboard  </a:t>
            </a:r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Plotly: live scores, weights and performance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NLP &amp; impact scoring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46304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extractor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dictionary + word-boundary regex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42316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40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ProsusAI/FinBERT: finance-tuned, batched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338328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00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classifier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rules first, DeBERTa zero-shot fallback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A16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= clip(round(10 × score), 1–10)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score</a:t>
            </a:r>
            <a:endParaRPr lang="en-US" sz="18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846320" y="1600200"/>
          <a:ext cx="3840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A: tactical index rebalancer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sentiment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stock, configurable half-life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1343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5176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tilt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∝ base × exp(k · EWMA)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655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6344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5488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Water-filling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weight bounds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1967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76656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T-1 to 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look-ahead bias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stock's weight is allowed to live (15-stock index)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520440"/>
            <a:ext cx="749808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1572768" y="3520440"/>
            <a:ext cx="4873752" cy="365760"/>
          </a:xfrm>
          <a:prstGeom prst="rect">
            <a:avLst/>
          </a:prstGeom>
          <a:solidFill>
            <a:srgbClr val="10B981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94888" y="3410712"/>
            <a:ext cx="54864" cy="585216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4480" y="3410712"/>
            <a:ext cx="36576" cy="5852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050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floor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28232" y="3410712"/>
            <a:ext cx="36576" cy="5852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06440" y="4050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99360" y="3063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6.67% equal-weight base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322576" y="40507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tilts weights inside the green zone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bps transaction cost per unit of turnover is deducted in the backtest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Backtest: dynamic beats equal-weight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062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402336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937760" y="11887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74920" y="129844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19019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11887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040880" y="129844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4A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14.69%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19019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volatility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937760" y="246888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25786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-8.69%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3182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246888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040880" y="25786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1.37%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3182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turnover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937760" y="374904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74920" y="3749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 pp over equal-weight, net of 5 bps costs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messy real-world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34640" y="1463040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118872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188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sentiment inference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847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34640" y="2121408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91840" y="1847088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Multi-ticker matching + MARKET fallback for general news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505456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054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34640" y="2779776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505456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29000" y="25054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event classifier ignores irrelevant text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1638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1638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834640" y="3438144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91840" y="3163824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31638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mode, keyword sentiment, cached prices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2219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221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 bias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834640" y="4096512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3822192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38221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separation in the backtest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prototype to platform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822960" cy="82296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642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 triggered by events with Impact &gt; 7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0604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664208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GDELT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14884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and geopolitical news coverage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9768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664208"/>
            <a:ext cx="420624" cy="42062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4048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Kafka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pipeline for real-time scale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98932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6642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FinBERT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53212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proprietary data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8096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664208"/>
            <a:ext cx="420624" cy="4206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2376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Convex optimisation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22376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portfolio constraints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31520"/>
            <a:ext cx="64008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headlines into risk control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FinBERT-powered signals  •  bounded, cost-aware rebalancing  •  no look-ahead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3474720"/>
            <a:ext cx="2926080" cy="731520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3474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2.16  |  +7.69%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34747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SentinelRisk</dc:title>
  <dc:subject>PptxGenJS Presentation</dc:subject>
  <dc:creator>PptxGenJS</dc:creator>
  <cp:lastModifiedBy>PptxGenJS</cp:lastModifiedBy>
  <cp:revision>1</cp:revision>
  <dcterms:created xsi:type="dcterms:W3CDTF">2026-10-10T14:05:01Z</dcterms:created>
  <dcterms:modified xsi:type="dcterms:W3CDTF">2026-10-10T14:05:01Z</dcterms:modified>
</cp:coreProperties>
</file>